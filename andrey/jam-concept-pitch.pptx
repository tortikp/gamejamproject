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2926080"/>
            <a:ext cx="4114800" cy="4114800"/>
          </a:xfrm>
          <a:prstGeom prst="ellipse">
            <a:avLst/>
          </a:prstGeom>
          <a:solidFill>
            <a:srgbClr val="FBBF24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ДЖЕМ · 72 ЧАСА · GODOT 4.6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Магическая арена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11480" y="21488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 спелл-крафтом и рогаликовой петлёй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11480" y="3246120"/>
            <a:ext cx="2651760" cy="128016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3246120"/>
            <a:ext cx="64008" cy="12801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410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Перемотка плёнки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8130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визуальный язык между петлями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3246120"/>
            <a:ext cx="2651760" cy="128016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3246120"/>
            <a:ext cx="64008" cy="12801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3410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Эскалация голоса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38130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SFX → ИИ-голос → реальный человек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3246120"/>
            <a:ext cx="2651760" cy="128016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3246120"/>
            <a:ext cx="64008" cy="128016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3410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Мета-ирония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38130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NPC помнят прошлые run'ы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482346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для команды · Андрей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TL;DR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в одном предложении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Пошаговая </a:t>
            </a:r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магическая арена </a:t>
            </a:r>
            <a:pPr indent="0" marL="0">
              <a:buNone/>
            </a:pPr>
            <a:r>
              <a:rPr lang="en-US" sz="2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 </a:t>
            </a:r>
            <a:pPr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спелл-крафтом через модификаторы </a:t>
            </a:r>
            <a:pPr indent="0" marL="0">
              <a:buNone/>
            </a:pPr>
            <a:r>
              <a:rPr lang="en-US" sz="2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</a:t>
            </a:r>
            <a:pPr indent="0" marL="0">
              <a:buNone/>
            </a:pPr>
            <a:r>
              <a:rPr lang="en-US" sz="28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рогаликовой петлёй</a:t>
            </a:r>
            <a:pPr indent="0" marL="0">
              <a:buNone/>
            </a:pPr>
            <a:r>
              <a:rPr lang="en-US" sz="28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3246120"/>
            <a:ext cx="2651760" cy="132588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3246120"/>
            <a:ext cx="64008" cy="1325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410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QWER-слоты как в MOBA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8130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заклинания, собрано заранее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3246120"/>
            <a:ext cx="2651760" cy="132588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3246120"/>
            <a:ext cx="64008" cy="13258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3410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Заклинание = база + стак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38130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Ball x Pit / Brotato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3246120"/>
            <a:ext cx="2651760" cy="132588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3246120"/>
            <a:ext cx="64008" cy="132588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3410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 тикает по ходу игрока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38130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думаешь — всё стоит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1812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ЖАНРОВАЯ ДНК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ссылка делает одну работу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1956816" cy="1472184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417320"/>
            <a:ext cx="64008" cy="147218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18488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Magicka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2648" y="205740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стихии и комбинации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32888" y="1417320"/>
            <a:ext cx="1956816" cy="1472184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32888" y="1417320"/>
            <a:ext cx="64008" cy="147218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2734056" y="1618488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x Pit / Brotato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34056" y="205740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стак модификаторов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54296" y="1417320"/>
            <a:ext cx="1956816" cy="1472184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54296" y="1417320"/>
            <a:ext cx="64008" cy="147218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4855464" y="1618488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Breach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55464" y="205740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пошаговый гекс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75704" y="1417320"/>
            <a:ext cx="1956816" cy="1472184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75704" y="1417320"/>
            <a:ext cx="64008" cy="1472184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8" name="Text 16"/>
          <p:cNvSpPr/>
          <p:nvPr/>
        </p:nvSpPr>
        <p:spPr>
          <a:xfrm>
            <a:off x="6976872" y="1618488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76872" y="2057400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+ диалоги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054096"/>
            <a:ext cx="1956816" cy="1472184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054096"/>
            <a:ext cx="64008" cy="147218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" y="3255264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Megabonk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2648" y="3694176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волны + портал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32888" y="3054096"/>
            <a:ext cx="1956816" cy="1472184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32888" y="3054096"/>
            <a:ext cx="64008" cy="147218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2734056" y="3255264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 the Spire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734056" y="3694176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из 3 апгрейдов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54296" y="3054096"/>
            <a:ext cx="1956816" cy="1472184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54296" y="3054096"/>
            <a:ext cx="64008" cy="147218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0" name="Text 28"/>
          <p:cNvSpPr/>
          <p:nvPr/>
        </p:nvSpPr>
        <p:spPr>
          <a:xfrm>
            <a:off x="4855464" y="3255264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MOBA UI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55464" y="3694176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QWER-слоты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75704" y="3054096"/>
            <a:ext cx="1956816" cy="1472184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75704" y="3054096"/>
            <a:ext cx="64008" cy="1472184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4" name="Text 32"/>
          <p:cNvSpPr/>
          <p:nvPr/>
        </p:nvSpPr>
        <p:spPr>
          <a:xfrm>
            <a:off x="6976872" y="3255264"/>
            <a:ext cx="1682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SUPERHOT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76872" y="3694176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 тикает по ходу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11480" y="46177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Никто не лезет в чужой слой → концепт не разваливается на джеме.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81812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· БОЙ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Гекс-арена 10×10, 4 заклинания, тактика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490472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Гекс-арена ~10×10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4088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обозримая на одном экране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2084832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 ходит на 1–2 гекса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4088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один ход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679192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слота заклинаний (QWER)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кулдауны или мана как ресурс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273552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Анимации 0.3–0.5 с / ход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пошагово, но динамично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867912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 тикает только по игроку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думаешь — всё стоит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417320"/>
            <a:ext cx="3886200" cy="320040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417320"/>
            <a:ext cx="64008" cy="3200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1645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18745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заклинания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23317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примитив</a:t>
            </a:r>
            <a:pPr algn="l" indent="0" marL="0">
              <a:buNone/>
            </a:pPr>
            <a:r>
              <a:rPr lang="en-US" sz="22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pPr algn="l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</a:t>
            </a:r>
            <a:pPr algn="l" indent="0" marL="0">
              <a:buNone/>
            </a:pPr>
            <a:r>
              <a:rPr lang="en-US" sz="22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pPr algn="l" indent="0" marL="0">
              <a:buNone/>
            </a:pPr>
            <a:r>
              <a:rPr lang="en-US" sz="2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модификатор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120640" y="329184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Например: огненный шар × расщепление на 3 × поджигает.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Применяется мгновенно.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81812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· СПЕЛЛ-КРАФТ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 боями. Не live во время боя.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41832" y="1463040"/>
            <a:ext cx="1691640" cy="155448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1463040"/>
            <a:ext cx="1691640" cy="6400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941832" y="16276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33272" y="21762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огненный шар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3000" y="2578608"/>
            <a:ext cx="292608" cy="292608"/>
          </a:xfrm>
          <a:prstGeom prst="ellipse">
            <a:avLst/>
          </a:prstGeom>
          <a:solidFill>
            <a:srgbClr val="281948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00200" y="2578608"/>
            <a:ext cx="292608" cy="292608"/>
          </a:xfrm>
          <a:prstGeom prst="ellipse">
            <a:avLst/>
          </a:prstGeom>
          <a:solidFill>
            <a:srgbClr val="281948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2578608"/>
            <a:ext cx="292608" cy="292608"/>
          </a:xfrm>
          <a:prstGeom prst="ellipse">
            <a:avLst/>
          </a:prstGeom>
          <a:solidFill>
            <a:srgbClr val="281948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98064" y="1463040"/>
            <a:ext cx="1691640" cy="155448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98064" y="1463040"/>
            <a:ext cx="169164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2798064" y="16276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889504" y="21762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ледяной снаряд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99232" y="2578608"/>
            <a:ext cx="292608" cy="292608"/>
          </a:xfrm>
          <a:prstGeom prst="ellipse">
            <a:avLst/>
          </a:prstGeom>
          <a:solidFill>
            <a:srgbClr val="281948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56432" y="2578608"/>
            <a:ext cx="292608" cy="292608"/>
          </a:xfrm>
          <a:prstGeom prst="ellipse">
            <a:avLst/>
          </a:prstGeom>
          <a:solidFill>
            <a:srgbClr val="281948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13632" y="2578608"/>
            <a:ext cx="292608" cy="292608"/>
          </a:xfrm>
          <a:prstGeom prst="ellipse">
            <a:avLst/>
          </a:prstGeom>
          <a:solidFill>
            <a:srgbClr val="281948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54296" y="1463040"/>
            <a:ext cx="1691640" cy="155448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54296" y="1463040"/>
            <a:ext cx="1691640" cy="6400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4654296" y="16276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745736" y="21762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удар землёй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55464" y="2578608"/>
            <a:ext cx="292608" cy="292608"/>
          </a:xfrm>
          <a:prstGeom prst="ellipse">
            <a:avLst/>
          </a:prstGeom>
          <a:solidFill>
            <a:srgbClr val="281948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2664" y="2578608"/>
            <a:ext cx="292608" cy="292608"/>
          </a:xfrm>
          <a:prstGeom prst="ellipse">
            <a:avLst/>
          </a:prstGeom>
          <a:solidFill>
            <a:srgbClr val="281948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69864" y="2578608"/>
            <a:ext cx="292608" cy="292608"/>
          </a:xfrm>
          <a:prstGeom prst="ellipse">
            <a:avLst/>
          </a:prstGeom>
          <a:solidFill>
            <a:srgbClr val="281948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0528" y="1463040"/>
            <a:ext cx="1691640" cy="155448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10528" y="1463040"/>
            <a:ext cx="1691640" cy="64008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7" name="Text 25"/>
          <p:cNvSpPr/>
          <p:nvPr/>
        </p:nvSpPr>
        <p:spPr>
          <a:xfrm>
            <a:off x="6510528" y="16276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601968" y="21762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ветра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11696" y="2578608"/>
            <a:ext cx="292608" cy="292608"/>
          </a:xfrm>
          <a:prstGeom prst="ellipse">
            <a:avLst/>
          </a:prstGeom>
          <a:solidFill>
            <a:srgbClr val="281948"/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68896" y="2578608"/>
            <a:ext cx="292608" cy="292608"/>
          </a:xfrm>
          <a:prstGeom prst="ellipse">
            <a:avLst/>
          </a:prstGeom>
          <a:solidFill>
            <a:srgbClr val="281948"/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26096" y="2578608"/>
            <a:ext cx="292608" cy="292608"/>
          </a:xfrm>
          <a:prstGeom prst="ellipse">
            <a:avLst/>
          </a:prstGeom>
          <a:solidFill>
            <a:srgbClr val="281948"/>
          </a:solidFill>
          <a:ln w="9525">
            <a:solidFill>
              <a:srgbClr val="F472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1089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базовых заклинания × 3 слота под модификаторы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11480" y="3703320"/>
            <a:ext cx="4023360" cy="114300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703320"/>
            <a:ext cx="64008" cy="1143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822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 ~15 МОДИФИКАТОРОВ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408736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урон · +1 дальность · расщепление · отскок · поджигает · крит · −50% КД · двойной каст · AoE+1 · пробивание брони …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3703320"/>
            <a:ext cx="4023360" cy="114300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3703320"/>
            <a:ext cx="64008" cy="11430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3822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UX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37760" y="408736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Открепление между боями за 0 стоимости. Это спасает от frustration «взял неудачный модификатор».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81812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ДОФАМИН СБОРКИ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Эмерджентность вместо балансировки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4114800" cy="320040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417320"/>
            <a:ext cx="64008" cy="3200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СБОРКА БИЛДА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видна на UI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QWER-слот показывает прикреплённые иконки модификаторов.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концу run'а 4 заклинания обвешаны </a:t>
            </a:r>
            <a:pPr indent="0" marL="0">
              <a:buNone/>
            </a:pPr>
            <a:r>
              <a:rPr lang="en-US" sz="12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ёлки</a:t>
            </a:r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и это считывается визуально.</a:t>
            </a:r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отдельный момент дофамина, не зависящий от боевых действий.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3931920" cy="320040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417320"/>
            <a:ext cx="64008" cy="3200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COMBOS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фича, не баг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0" y="2377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криты</a:t>
            </a:r>
            <a:pPr indent="0" marL="0">
              <a:buNone/>
            </a:pPr>
            <a:r>
              <a:rPr lang="en-US" sz="14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расщепление</a:t>
            </a:r>
            <a:pPr indent="0" marL="0">
              <a:buNone/>
            </a:pPr>
            <a:r>
              <a:rPr lang="en-US" sz="14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двойной каст</a:t>
            </a:r>
            <a:pPr indent="0" marL="0">
              <a:buNone/>
            </a:pPr>
            <a:r>
              <a:rPr lang="en-US" sz="14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поджиг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31089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billion-damage комбо. </a:t>
            </a:r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Дофаминовый катарсис.
</a:t>
            </a:r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балансируем на джеме — приветствуем поломки. Soft caps только если конкретный модификатор превращает игру в одну кнопку слишком быстро.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1812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RUN'А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Megabonk — портал всегда открыт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554480"/>
            <a:ext cx="984939" cy="128016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554480"/>
            <a:ext cx="984939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783080"/>
            <a:ext cx="9849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Арена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194560"/>
            <a:ext cx="9849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волны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14707" y="2020824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634163" y="1554480"/>
            <a:ext cx="984939" cy="128016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34163" y="1554480"/>
            <a:ext cx="984939" cy="6400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1634163" y="1783080"/>
            <a:ext cx="9849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Апгрейд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34163" y="2194560"/>
            <a:ext cx="9849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из 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37391" y="2020824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856847" y="1554480"/>
            <a:ext cx="984939" cy="128016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56847" y="1554480"/>
            <a:ext cx="984939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2856847" y="1783080"/>
            <a:ext cx="9849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Арена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56847" y="2194560"/>
            <a:ext cx="9849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усложн.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60074" y="2020824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079530" y="1554480"/>
            <a:ext cx="984939" cy="128016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79530" y="1554480"/>
            <a:ext cx="984939" cy="64008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1" name="Text 19"/>
          <p:cNvSpPr/>
          <p:nvPr/>
        </p:nvSpPr>
        <p:spPr>
          <a:xfrm>
            <a:off x="4079530" y="1783080"/>
            <a:ext cx="9849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Минибосс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82758" y="2020824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302214" y="1554480"/>
            <a:ext cx="984939" cy="128016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2214" y="1554480"/>
            <a:ext cx="984939" cy="6400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5" name="Text 23"/>
          <p:cNvSpPr/>
          <p:nvPr/>
        </p:nvSpPr>
        <p:spPr>
          <a:xfrm>
            <a:off x="5302214" y="1783080"/>
            <a:ext cx="9849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Апгрейд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2214" y="2194560"/>
            <a:ext cx="9849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из 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5441" y="2020824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524897" y="1554480"/>
            <a:ext cx="984939" cy="128016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24897" y="1554480"/>
            <a:ext cx="984939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6524897" y="1783080"/>
            <a:ext cx="9849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Арена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24897" y="2194560"/>
            <a:ext cx="9849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усложн.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28125" y="2020824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7747581" y="1554480"/>
            <a:ext cx="984939" cy="128016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47581" y="1554480"/>
            <a:ext cx="984939" cy="6400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5" name="Text 33"/>
          <p:cNvSpPr/>
          <p:nvPr/>
        </p:nvSpPr>
        <p:spPr>
          <a:xfrm>
            <a:off x="7747581" y="1783080"/>
            <a:ext cx="9849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БОСС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11480" y="30175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Портал на следующую арену открыт всегда.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11480" y="3520440"/>
            <a:ext cx="4023360" cy="118872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3520440"/>
            <a:ext cx="64008" cy="1188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36850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Уйти раньше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0080" y="40233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лута, ниже риск. Безопасный темп.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09160" y="3520440"/>
            <a:ext cx="4023360" cy="118872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09160" y="3520440"/>
            <a:ext cx="64008" cy="11887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36850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Пересидеть на волну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937760" y="40233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лута и модификаторов. Давление от спавна копится.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81812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МЕТАПРОГРЕССИЯ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Разблокируем design space, не силу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4046220" cy="107442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417320"/>
            <a:ext cx="64008" cy="10744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18488"/>
            <a:ext cx="3771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модификаторы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771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типы эффектов в пуле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86300" y="1417320"/>
            <a:ext cx="4046220" cy="107442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86300" y="1417320"/>
            <a:ext cx="64008" cy="10744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4914900" y="1618488"/>
            <a:ext cx="3771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базовые заклинания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14900" y="2057400"/>
            <a:ext cx="3771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призыв миньона, лечение, телепорт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720340"/>
            <a:ext cx="4046220" cy="107442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720340"/>
            <a:ext cx="64008" cy="10744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21508"/>
            <a:ext cx="3771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слот модификаторов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360420"/>
            <a:ext cx="3771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расширяемая глубина билдов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86300" y="2720340"/>
            <a:ext cx="4046220" cy="107442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2720340"/>
            <a:ext cx="64008" cy="10744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4914900" y="2921508"/>
            <a:ext cx="3771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Стартовые модификаторы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14900" y="3360420"/>
            <a:ext cx="3771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перед run'ом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4023360"/>
            <a:ext cx="8321040" cy="640080"/>
          </a:xfrm>
          <a:prstGeom prst="rect">
            <a:avLst/>
          </a:prstGeom>
          <a:solidFill>
            <a:srgbClr val="281948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0690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Триггеры — конкретные ачивки </a:t>
            </a:r>
            <a:pPr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(«победил первого босса», «не получил урона на арене»)</a:t>
            </a:r>
            <a:pPr indent="0" marL="0">
              <a:buNone/>
            </a:pPr>
            <a:r>
              <a:rPr lang="en-US" sz="1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не общий гринд. ~3–5 разблокировок на джем, не дерево из 50.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1812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ИДЕНТИЧНОСТЬ · 1/3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Перемотка плёнки между петлями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ВИЗУАЛЬНЫЙ ЯЗЫК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828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 перемотки кассеты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246888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whoosh-звук · blur · скейл · мгновенный сброс к началу.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Тематически рифмуется с loop-нарративом, визуально дёшево, эмоционально приятно. </a:t>
            </a:r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любую тему натягивается.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49240" y="1508760"/>
            <a:ext cx="3383280" cy="310896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59806" y="2560320"/>
            <a:ext cx="1005840" cy="1005840"/>
          </a:xfrm>
          <a:prstGeom prst="ellipse">
            <a:avLst/>
          </a:prstGeom>
          <a:solidFill>
            <a:srgbClr val="281948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43854" y="2944368"/>
            <a:ext cx="237744" cy="23774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8"/>
          <p:cNvSpPr/>
          <p:nvPr/>
        </p:nvSpPr>
        <p:spPr>
          <a:xfrm>
            <a:off x="7316114" y="2560320"/>
            <a:ext cx="1005840" cy="1005840"/>
          </a:xfrm>
          <a:prstGeom prst="ellipse">
            <a:avLst/>
          </a:prstGeom>
          <a:solidFill>
            <a:srgbClr val="281948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00162" y="2944368"/>
            <a:ext cx="237744" cy="23774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2" name="Shape 10"/>
          <p:cNvSpPr/>
          <p:nvPr/>
        </p:nvSpPr>
        <p:spPr>
          <a:xfrm>
            <a:off x="6765646" y="2651760"/>
            <a:ext cx="550469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5646" y="3474720"/>
            <a:ext cx="550469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4069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◄◄  REWIND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1812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ИДЕНТИЧНОСТЬ · 2/3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Эскалация подлинности озвучки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301752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417320"/>
            <a:ext cx="64008" cy="3017520"/>
          </a:xfrm>
          <a:prstGeom prst="rect">
            <a:avLst/>
          </a:prstGeom>
          <a:solidFill>
            <a:srgbClr val="6B5B8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645920"/>
            <a:ext cx="411480" cy="411480"/>
          </a:xfrm>
          <a:prstGeom prst="ellipse">
            <a:avLst/>
          </a:prstGeom>
          <a:solidFill>
            <a:srgbClr val="6B5B8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7099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РАННИЕ RUN'Ы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SFX-бормотание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Crossing-style. Все ранние реплики — это, ничего не озвучено словами.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651760" cy="301752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417320"/>
            <a:ext cx="64008" cy="3017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0" y="164592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23360" y="17099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СЕРЕДИНА ПРОГРЕССА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ИИ-голос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74720" y="27889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Намеренно плохой TTS, монотонный. Должен быть очевидно ИИ — это художественный выбор.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1417320"/>
            <a:ext cx="2651760" cy="301752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1417320"/>
            <a:ext cx="64008" cy="30175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1645920"/>
            <a:ext cx="411480" cy="4114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58000" y="17099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0936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человек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309360" y="27889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ключевые реплики на финал. Скип отключён.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90672" y="274320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925312" y="274320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11480" y="46177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слой — разный регистр подлинности. Контраст создаёт момент.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81812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ИДЕНТИЧНОСТЬ · 3/3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 диалогов — Community-style мета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554480"/>
            <a:ext cx="164592" cy="164592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463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Мета-комментарии о петле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4088" y="1783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диегетическая часть мира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2267712"/>
            <a:ext cx="164592" cy="164592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21762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NPC помнят прошлые run'ы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04088" y="24963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скрипт, а характер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980944"/>
            <a:ext cx="164592" cy="164592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8895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Жанровые подколки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" y="320954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Боб Дилан, Лосс, попкультура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694176"/>
            <a:ext cx="164592" cy="164592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360273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Любовь через иронию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04088" y="392277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саркастичные NPC, в финале — настоящие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49240" y="1417320"/>
            <a:ext cx="3383280" cy="210312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49240" y="1417320"/>
            <a:ext cx="64008" cy="21031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15819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NPC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77840" y="19202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«Ты опять выбрал огонь.</a:t>
            </a:r>
            <a:endParaRPr lang="en-US" sz="2200" dirty="0"/>
          </a:p>
          <a:p>
            <a:pPr indent="0" marL="0">
              <a:buNone/>
            </a:pPr>
            <a:r>
              <a:rPr lang="en-US" sz="2200" b="1" i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Серьёзно?»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349240" y="3657600"/>
            <a:ext cx="3383280" cy="109728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49240" y="3657600"/>
            <a:ext cx="64008" cy="10972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0" y="3776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ПЕРЕКЛЮЧАТЕЛЬ ТОНА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77840" y="4069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серьёзную тему — Гайман / Пратчетт-тон. Ирония становится тёплой, а не колючей.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1812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ПРИЁМ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Нарушение собственного контракта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14173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одном моменте к концу прохождения: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3589020" cy="109728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965960"/>
            <a:ext cx="64008" cy="109728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67128"/>
            <a:ext cx="33147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Скип отключён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624328"/>
            <a:ext cx="331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впервые за игру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86300" y="1965960"/>
            <a:ext cx="3589020" cy="109728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6300" y="1965960"/>
            <a:ext cx="64008" cy="109728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1" name="Text 9"/>
          <p:cNvSpPr/>
          <p:nvPr/>
        </p:nvSpPr>
        <p:spPr>
          <a:xfrm>
            <a:off x="4914900" y="2167128"/>
            <a:ext cx="33147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человеческий голос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14900" y="2624328"/>
            <a:ext cx="331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записан заранее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3246120"/>
            <a:ext cx="3589020" cy="109728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246120"/>
            <a:ext cx="64008" cy="10972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447288"/>
            <a:ext cx="33147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набирается медленно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904488"/>
            <a:ext cx="331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портрет дышит, фон колышется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86300" y="3246120"/>
            <a:ext cx="3589020" cy="109728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6300" y="3246120"/>
            <a:ext cx="64008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4914900" y="3447288"/>
            <a:ext cx="33147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секунд максимум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14900" y="3904488"/>
            <a:ext cx="331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 восстанавливается сразу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57200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 впервые держит игрока за плечо. Это момент, ради которого помнят джем-игры.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81812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КОНВЕЙЕР РАБОТ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занят своим, мало пересечений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8321040" cy="329184"/>
          </a:xfrm>
          <a:prstGeom prst="rect">
            <a:avLst/>
          </a:prstGeom>
          <a:solidFill>
            <a:srgbClr val="28194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71600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715000" y="1371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086600" y="13716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700784"/>
            <a:ext cx="8321040" cy="329184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700784"/>
            <a:ext cx="64008" cy="32918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700784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Hex-арена, бой, враги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15000" y="17007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Егор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86600" y="170078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Godot dev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029968"/>
            <a:ext cx="64008" cy="32918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029968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Спелл-крафт, движок модов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15000" y="20299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Сергей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86600" y="20299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359152"/>
            <a:ext cx="8321040" cy="329184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18" name="Shape 16"/>
          <p:cNvSpPr/>
          <p:nvPr/>
        </p:nvSpPr>
        <p:spPr>
          <a:xfrm>
            <a:off x="411480" y="2359152"/>
            <a:ext cx="64008" cy="32918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359152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Roguelike loop, волны, портал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15000" y="23591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Алексей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86600" y="235915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2688336"/>
            <a:ext cx="64008" cy="32918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688336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DialogueManager (engine)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15000" y="26883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Алексей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86600" y="268833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3017520"/>
            <a:ext cx="8321040" cy="329184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27" name="Shape 25"/>
          <p:cNvSpPr/>
          <p:nvPr/>
        </p:nvSpPr>
        <p:spPr>
          <a:xfrm>
            <a:off x="411480" y="3017520"/>
            <a:ext cx="64008" cy="329184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017520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диалогов, тексты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15000" y="3017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Никита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86600" y="30175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3346704"/>
            <a:ext cx="64008" cy="32918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346704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Тайлы, портреты, иконки, VFX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715000" y="334670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Катя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86600" y="334670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(вне репы)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11480" y="3675888"/>
            <a:ext cx="8321040" cy="329184"/>
          </a:xfrm>
          <a:prstGeom prst="rect">
            <a:avLst/>
          </a:prstGeom>
          <a:solidFill>
            <a:srgbClr val="1E1233"/>
          </a:solidFill>
          <a:ln/>
        </p:spPr>
      </p:sp>
      <p:sp>
        <p:nvSpPr>
          <p:cNvPr id="36" name="Shape 34"/>
          <p:cNvSpPr/>
          <p:nvPr/>
        </p:nvSpPr>
        <p:spPr>
          <a:xfrm>
            <a:off x="411480" y="3675888"/>
            <a:ext cx="64008" cy="32918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3675888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UX, polish, тайминги, тон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715000" y="36758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Андрей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86600" y="36758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vibekoder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11480" y="4005072"/>
            <a:ext cx="64008" cy="32918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4005072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Баланс, контент модов, плейтест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715000" y="40050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Стасян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086600" y="40050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тех-ГД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11480" y="46177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субботнему утру: программисты сделали ядро, нарратив пишет с пятницы вечера = 24+ часа без блокеров.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81812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СКОУП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делаем, что нет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333756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417320"/>
            <a:ext cx="64008" cy="33375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81912"/>
            <a:ext cx="777240" cy="32918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8191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618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субботнему утру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Гекс-арена + 1 герой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4 заклинания × 3 слота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~15 модификаторов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Открепление модов = 0 ст.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3 типа врагов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1 арена, 3 волны, портал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Экран апгрейда (3 на выбор)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Минибосс и босс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DialogueManager + 10–20 реплик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Перемотка плёнки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game_speed.cfg + hot-reload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651760" cy="333756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417320"/>
            <a:ext cx="64008" cy="33375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2" name="Shape 10"/>
          <p:cNvSpPr/>
          <p:nvPr/>
        </p:nvSpPr>
        <p:spPr>
          <a:xfrm>
            <a:off x="3383280" y="1581912"/>
            <a:ext cx="777240" cy="32918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58191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1618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успеваем к субботнему вечеру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9000" y="205740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30+ модификаторов, редкие/легендарки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Теги: projectile-only / AoE-only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3–5 разблокировок метапрогрессии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Несколько биомов арен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ИИ-голос на ключевых репликах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Финальный приём + реальный голос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Музыкальные слои на ходы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80760" y="1417320"/>
            <a:ext cx="2651760" cy="333756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1417320"/>
            <a:ext cx="64008" cy="333756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581912"/>
            <a:ext cx="777240" cy="32918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58191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0" y="1618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никогда на джеме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63640" y="205740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Мультиплеер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Открытый мир, эксплоринг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RPG-инвентарь, экипировка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Полные dialogue trees с состоянием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Прокачка по уровням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Live спелл-крафт во время боя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50+ реальных озвученных реплик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Ручной баланс под идеальный билд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1812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ТЕМЫ ДЖЕМА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Концепт тема-нейтральный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1956816" cy="219456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417320"/>
            <a:ext cx="64008" cy="21945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5448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Идеально ложатся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16824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Время перестало работать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Действие = последствие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Уроборос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Цепная реакция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Это нельзя остановить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32888" y="1417320"/>
            <a:ext cx="1956816" cy="219456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32888" y="1417320"/>
            <a:ext cx="64008" cy="21945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2715768" y="155448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Лёгкие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15768" y="1920240"/>
            <a:ext cx="16824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Иная точка зрения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Метаморфозы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Отражение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Эволюция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54296" y="1417320"/>
            <a:ext cx="1956816" cy="219456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54296" y="1417320"/>
            <a:ext cx="64008" cy="21945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4837176" y="155448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Средние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37176" y="1920240"/>
            <a:ext cx="16824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Калейдоскоп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Падение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Не тем персонажем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75704" y="1417320"/>
            <a:ext cx="1956816" cy="219456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75704" y="1417320"/>
            <a:ext cx="64008" cy="219456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8" name="Text 16"/>
          <p:cNvSpPr/>
          <p:nvPr/>
        </p:nvSpPr>
        <p:spPr>
          <a:xfrm>
            <a:off x="6958584" y="1554480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Сложные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58584" y="1920240"/>
            <a:ext cx="16824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Квалиа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Нехватка места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Самое красивое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794760"/>
            <a:ext cx="8321040" cy="960120"/>
          </a:xfrm>
          <a:prstGeom prst="rect">
            <a:avLst/>
          </a:prstGeom>
          <a:solidFill>
            <a:srgbClr val="281948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8862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УНИВЕРСАЛЬНЫЙ ПРИЁМ В ЧЕТВЕРГ — 10 МИНУТ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416052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Что в концепте уже прямо называет тему?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Какой из 3 якорей идентичности усилить?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Какие 2–3 заклинания и моды переименовать (только имена и визуал)?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81812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0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ЧЕТВЕРГ 19:00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Решаем вместе после темы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463040"/>
            <a:ext cx="4023360" cy="150876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463040"/>
            <a:ext cx="64008" cy="15087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ИДЁМ С ЭТИМ КОНЦЕПТОМ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— идеальная или лёгкая,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одного «не хочу» в команде,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программисты подтвердили: ядро собирается за пятницу.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3108960"/>
            <a:ext cx="4023360" cy="150876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3108960"/>
            <a:ext cx="64008" cy="150876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18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ИДЁМ С ДРУГИМ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— сложная и команда не загорелась,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кто-то из ключевых категорически против,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2 часа концепт не вызывает энергии.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463040"/>
            <a:ext cx="4023360" cy="3154680"/>
          </a:xfrm>
          <a:prstGeom prst="rect">
            <a:avLst/>
          </a:prstGeom>
          <a:solidFill>
            <a:srgbClr val="1E1233"/>
          </a:solidFill>
          <a:ln w="9525">
            <a:solidFill>
              <a:srgbClr val="3B2A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463040"/>
            <a:ext cx="64008" cy="31546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КОМАНДЕ СЕЙЧАС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1920240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94960" y="1920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технически рискованно?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0" y="21945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«это будет сложнее, чем выглядит»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2560320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94960" y="2560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режем сразу?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28346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vs ниже по приоритету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3200400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94960" y="32004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Hex-grid под 10×10?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94960" y="3474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сразу делаем переиспользуемый код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3840480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38404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берёт какой слой?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94960" y="41148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claim-on-PR, см. CLAUDE.md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 — кандидат, не план. Решение — в четверг всем составом.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818120" y="48234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5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Концепт игры на джем</dc:title>
  <dc:subject>PptxGenJS Presentation</dc:subject>
  <dc:creator>Andrey</dc:creator>
  <cp:lastModifiedBy>Andrey</cp:lastModifiedBy>
  <cp:revision>1</cp:revision>
  <dcterms:created xsi:type="dcterms:W3CDTF">2026-04-30T13:46:36Z</dcterms:created>
  <dcterms:modified xsi:type="dcterms:W3CDTF">2026-04-30T13:46:36Z</dcterms:modified>
</cp:coreProperties>
</file>